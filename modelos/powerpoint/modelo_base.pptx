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0152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/>
              <a:t>TÍTULO DA MÚSICA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0152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/>
              <a:t>Linha 1</a:t>
            </a:r>
            <a:br/>
            <a:r>
              <a:rPr sz="3000" b="1"/>
              <a:t>Linha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