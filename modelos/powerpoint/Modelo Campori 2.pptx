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52" r:id="rId3"/>
    <p:sldId id="279" r:id="rId4"/>
  </p:sldIdLst>
  <p:sldSz cx="18288000" cy="10287000"/>
  <p:notesSz cx="6858000" cy="9144000"/>
  <p:embeddedFontLst>
    <p:embeddedFont>
      <p:font typeface="Open Sans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622" autoAdjust="0"/>
  </p:normalViewPr>
  <p:slideViewPr>
    <p:cSldViewPr>
      <p:cViewPr varScale="1">
        <p:scale>
          <a:sx n="70" d="100"/>
          <a:sy n="70" d="100"/>
        </p:scale>
        <p:origin x="109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_titulo"/>
          <p:cNvSpPr txBox="1">
            <a:spLocks/>
          </p:cNvSpPr>
          <p:nvPr/>
        </p:nvSpPr>
        <p:spPr>
          <a:xfrm>
            <a:off x="4343399" y="3084122"/>
            <a:ext cx="9601202" cy="4118756"/>
          </a:xfrm>
          <a:prstGeom prst="rect">
            <a:avLst/>
          </a:prstGeom>
          <a:solidFill>
            <a:srgbClr val="000000">
              <a:alpha val="45098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634"/>
              </a:lnSpc>
            </a:pPr>
            <a:r>
              <a:rPr lang="en-US" sz="11881" b="1" dirty="0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TITULO_MODELO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9F7B9-EEAA-87BE-AAD2-2BCB7006F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_letra">
            <a:extLst>
              <a:ext uri="{FF2B5EF4-FFF2-40B4-BE49-F238E27FC236}">
                <a16:creationId xmlns:a16="http://schemas.microsoft.com/office/drawing/2014/main" id="{DB41C93F-98C3-F80C-D4C5-CDB0E31C896C}"/>
              </a:ext>
            </a:extLst>
          </p:cNvPr>
          <p:cNvSpPr txBox="1"/>
          <p:nvPr/>
        </p:nvSpPr>
        <p:spPr>
          <a:xfrm>
            <a:off x="2133601" y="4527947"/>
            <a:ext cx="14020800" cy="1231106"/>
          </a:xfrm>
          <a:prstGeom prst="rect">
            <a:avLst/>
          </a:prstGeom>
          <a:solidFill>
            <a:srgbClr val="000000">
              <a:alpha val="45098"/>
            </a:srgbClr>
          </a:solidFill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LETRA_MODELO</a:t>
            </a:r>
          </a:p>
        </p:txBody>
      </p:sp>
    </p:spTree>
    <p:extLst>
      <p:ext uri="{BB962C8B-B14F-4D97-AF65-F5344CB8AC3E}">
        <p14:creationId xmlns:p14="http://schemas.microsoft.com/office/powerpoint/2010/main" val="30881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solidFill>
          <a:srgbClr val="000000">
            <a:alpha val="45098"/>
          </a:srgbClr>
        </a:solidFill>
      </a:spPr>
      <a:bodyPr lIns="0" tIns="0" rIns="0" bIns="0" rtlCol="0" anchor="t">
        <a:spAutoFit/>
      </a:bodyPr>
      <a:lstStyle>
        <a:defPPr algn="ctr">
          <a:defRPr sz="8000" b="1" dirty="0">
            <a:solidFill>
              <a:srgbClr val="FFFFFF"/>
            </a:solidFill>
            <a:latin typeface="Open Sans Bold"/>
            <a:ea typeface="Open Sans Bold"/>
            <a:cs typeface="Open Sans Bold"/>
            <a:sym typeface="Open Sans Bold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6</Words>
  <Application>Microsoft Office PowerPoint</Application>
  <PresentationFormat>Personalizar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7" baseType="lpstr">
      <vt:lpstr>Calibri</vt:lpstr>
      <vt:lpstr>Arial</vt:lpstr>
      <vt:lpstr>Open Sans Bold</vt:lpstr>
      <vt:lpstr>Office Theme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LUGAR MELHOR - SEVEN</dc:title>
  <dc:creator>Andrew_PC</dc:creator>
  <cp:lastModifiedBy>Andrew Candioto</cp:lastModifiedBy>
  <cp:revision>17</cp:revision>
  <dcterms:created xsi:type="dcterms:W3CDTF">2006-08-16T00:00:00Z</dcterms:created>
  <dcterms:modified xsi:type="dcterms:W3CDTF">2026-08-13T00:20:28Z</dcterms:modified>
  <dc:identifier>DAGmWuCz3Fc</dc:identifier>
</cp:coreProperties>
</file>