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52" r:id="rId3"/>
    <p:sldId id="279" r:id="rId4"/>
  </p:sldIdLst>
  <p:sldSz cx="18288000" cy="10287000"/>
  <p:notesSz cx="6858000" cy="9144000"/>
  <p:embeddedFontLst>
    <p:embeddedFont>
      <p:font typeface="Open Sans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4622" autoAdjust="0"/>
  </p:normalViewPr>
  <p:slideViewPr>
    <p:cSldViewPr>
      <p:cViewPr varScale="1">
        <p:scale>
          <a:sx n="76" d="100"/>
          <a:sy n="76" d="100"/>
        </p:scale>
        <p:origin x="120" y="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_titulo"/>
          <p:cNvSpPr txBox="1">
            <a:spLocks/>
          </p:cNvSpPr>
          <p:nvPr/>
        </p:nvSpPr>
        <p:spPr>
          <a:xfrm>
            <a:off x="4343399" y="3084122"/>
            <a:ext cx="9601202" cy="4118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34"/>
              </a:lnSpc>
            </a:pPr>
            <a:r>
              <a:rPr lang="en-US" sz="1188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TITULO_MODELO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9F7B9-EEAA-87BE-AAD2-2BCB7006F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_letra">
            <a:extLst>
              <a:ext uri="{FF2B5EF4-FFF2-40B4-BE49-F238E27FC236}">
                <a16:creationId xmlns:a16="http://schemas.microsoft.com/office/drawing/2014/main" id="{98605B17-3715-4005-EC3E-2AD4798EAB92}"/>
              </a:ext>
            </a:extLst>
          </p:cNvPr>
          <p:cNvSpPr txBox="1"/>
          <p:nvPr/>
        </p:nvSpPr>
        <p:spPr>
          <a:xfrm>
            <a:off x="177800" y="4466456"/>
            <a:ext cx="14152187" cy="135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pt-BR" sz="87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LETRA_MODELO</a:t>
            </a:r>
            <a:endParaRPr lang="en-US" sz="8799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08814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</Words>
  <Application>Microsoft Office PowerPoint</Application>
  <PresentationFormat>Personalizar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Open Sans Bold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LUGAR MELHOR - SEVEN</dc:title>
  <dc:creator>Andrew_PC</dc:creator>
  <cp:lastModifiedBy>Andrew Candioto</cp:lastModifiedBy>
  <cp:revision>13</cp:revision>
  <dcterms:created xsi:type="dcterms:W3CDTF">2006-08-16T00:00:00Z</dcterms:created>
  <dcterms:modified xsi:type="dcterms:W3CDTF">2026-04-04T20:59:36Z</dcterms:modified>
  <dc:identifier>DAGmWuCz3Fc</dc:identifier>
</cp:coreProperties>
</file>